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72" r:id="rId11"/>
    <p:sldId id="267" r:id="rId12"/>
    <p:sldId id="271" r:id="rId13"/>
    <p:sldId id="268" r:id="rId14"/>
    <p:sldId id="269" r:id="rId15"/>
    <p:sldId id="270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F8EAF-A278-58EF-0899-43CAC1BFC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EA1890-C240-C559-F61D-70CC30F23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D3C90-B922-9627-C135-9C6BFACB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14154-6A62-B727-493A-099177CF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AB4C2-610B-27D7-5B15-B902A6F2D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40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BE901-5661-052B-EA5E-7490E84FF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8203B-3F05-A628-25B9-FE34E6031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55789-9711-DD49-B2A5-66F9B2D3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6C6B4-1C68-14A3-5F88-6F80BABD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534A6-27BE-C233-5522-5DFF93B0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115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15AE2-B882-CEDC-193B-1D8E839F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F4D18-8620-3847-058C-679016280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C1434-0D4E-623B-02D1-8B276CBC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72008-C55B-7947-AD37-543C99A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4299D-FCC1-355F-EBFC-ABE0744A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103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0A09-DA76-9335-AE91-BB4145E5E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34042-F290-1737-D084-BFE667344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F4266-4872-4238-FC7D-B3B953B0A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7A9C53-0F46-C3D6-FCD9-3EE7167F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144C9-A92C-7BC4-5E4B-837A2ED72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34C7B-5A59-E060-E2B4-5FFF07D5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363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E98C-F5D4-37C6-A390-A41DCA1E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96AC6-E472-1E30-80B1-5136E8070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A4DCB-19F9-3C4A-208A-D6E56DDD6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F7CA8-A645-C8DC-282A-A47F6E0EE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23890E-8BFC-CA70-B502-756E9066A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90F9A1-5845-2570-6C2A-91EE033A6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1332F-160E-A6E3-6CB4-3A88413C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7D7DAA-5931-E892-F4C8-1215192AD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01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F535-B417-76DA-A538-89DE465CF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806CD-269A-9A2C-F4D2-A923F847E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7A6AF8-9301-BA02-C9B0-3D6070A72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83A46-7BEB-F300-9F17-104051E86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69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3016F-2D76-EDFA-8E1E-4E0C6A781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EB51A-2691-A5B1-92FE-1EE15B08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42B71-FC23-CCB4-242B-A14579431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280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45E34-D11E-417F-9FBE-7336CE70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45DD4-E6E4-827C-F792-9908AA6B9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5A4C17-B561-8C0B-3AE1-3139CA7C0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C17EC-7C2B-B1EC-D9FB-F867DD1D7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24225-69C2-C27E-CE77-FA6409EB9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3361D-7ECA-31EE-44BF-056DC9FE7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402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BD36-7CBA-182A-C35B-5818A74B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5D9F8F-05F0-D326-691C-7D295583D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2559E-04A9-0F9B-5704-761181FB7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8C7D5-AAF3-6C36-2730-F3CF1457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7C0A5-55B2-C3D4-DFC2-FB256B8D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79C46-27CB-92D6-E97F-77609A9A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196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DE31C-87C4-BB3C-0190-B44EF949C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0562AA-D85D-78CB-3CB6-AF1AF8ED5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0970C-2150-BECB-70F6-0159B065C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E8ACC-E045-696C-1E3A-9EE8407F9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25FF9-D233-FBFC-20F9-8CA3DCB9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00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DACDDA-ACB8-FEE0-BC34-67324239F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6A2F3-7D77-217A-45F5-6C2D58669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0C53E-1037-FA3E-6A0B-0ABC0D24B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241A4-C844-F461-43FF-ECCE95732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A23A7-05BC-F9C0-B74A-81A3B4871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148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84284-E8BC-35A5-E043-BE8158B0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12350-FF43-61D9-9F8F-8F7FD356E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F6AE2-5CFA-A435-6588-159D10097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8FBE60-82D4-4F3A-9388-2EF01DD40DD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00CC8-CE0F-0604-0E97-C09364DFD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9228-C8B5-D0B6-5569-C12C76113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44F8F-E3A4-419F-B754-019F772925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36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875905-3366-76D8-241A-B2398DB867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4" t="12857" r="22768" b="12539"/>
          <a:stretch>
            <a:fillRect/>
          </a:stretch>
        </p:blipFill>
        <p:spPr>
          <a:xfrm>
            <a:off x="947057" y="452366"/>
            <a:ext cx="10297886" cy="59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83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53EFBD1-485C-35D7-101D-A1BFA0DB6D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" t="13175" r="22768" b="13651"/>
          <a:stretch>
            <a:fillRect/>
          </a:stretch>
        </p:blipFill>
        <p:spPr>
          <a:xfrm>
            <a:off x="1692728" y="919842"/>
            <a:ext cx="8806543" cy="501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71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CB16A7-E80D-4D0C-C823-B7C9171E25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64" t="13332" r="22947" b="14128"/>
          <a:stretch>
            <a:fillRect/>
          </a:stretch>
        </p:blipFill>
        <p:spPr>
          <a:xfrm>
            <a:off x="1670957" y="941614"/>
            <a:ext cx="8850085" cy="497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340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6D38C0-E33A-089B-F91F-9B05AA8B76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9" t="13016" r="21518" b="12381"/>
          <a:stretch>
            <a:fillRect/>
          </a:stretch>
        </p:blipFill>
        <p:spPr>
          <a:xfrm>
            <a:off x="1545771" y="870857"/>
            <a:ext cx="9100457" cy="5116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84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AE0342-B5BE-0835-5802-3C9471A2AC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7" t="12699" r="21072" b="12540"/>
          <a:stretch>
            <a:fillRect/>
          </a:stretch>
        </p:blipFill>
        <p:spPr>
          <a:xfrm>
            <a:off x="1605642" y="865414"/>
            <a:ext cx="8980715" cy="512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96617D-56FD-0E1D-F84E-78AB55B521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13" t="13016" r="21429" b="13492"/>
          <a:stretch>
            <a:fillRect/>
          </a:stretch>
        </p:blipFill>
        <p:spPr>
          <a:xfrm>
            <a:off x="1654628" y="908957"/>
            <a:ext cx="8882743" cy="504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266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7BF109-2196-CB4E-D33D-FF341841CF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33" t="12541" r="22589" b="12222"/>
          <a:stretch>
            <a:fillRect/>
          </a:stretch>
        </p:blipFill>
        <p:spPr>
          <a:xfrm>
            <a:off x="1665514" y="849085"/>
            <a:ext cx="8860972" cy="515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948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7F79F3-24A5-5544-C836-F28B74149B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86" t="12380" r="22143" b="13492"/>
          <a:stretch>
            <a:fillRect/>
          </a:stretch>
        </p:blipFill>
        <p:spPr>
          <a:xfrm>
            <a:off x="1611085" y="887186"/>
            <a:ext cx="8969829" cy="508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357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7DE1488-7E2A-0568-47DF-B71CDC0342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86" t="12857" r="23571" b="14127"/>
          <a:stretch>
            <a:fillRect/>
          </a:stretch>
        </p:blipFill>
        <p:spPr>
          <a:xfrm>
            <a:off x="1698171" y="925286"/>
            <a:ext cx="8795657" cy="500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41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B320B-1902-A47A-C8AD-1F702B1C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242AF2-826E-3166-9B66-C7AE7387AB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2" t="13333" r="23393" b="13809"/>
          <a:stretch>
            <a:fillRect/>
          </a:stretch>
        </p:blipFill>
        <p:spPr>
          <a:xfrm>
            <a:off x="1719942" y="930728"/>
            <a:ext cx="8752115" cy="499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433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FED963-4F52-5B49-8049-F93D526FEE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53" t="12381" r="22410" b="11428"/>
          <a:stretch>
            <a:fillRect/>
          </a:stretch>
        </p:blipFill>
        <p:spPr>
          <a:xfrm>
            <a:off x="1643742" y="816428"/>
            <a:ext cx="8904516" cy="522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20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153769-C2A5-215E-F6FD-0231975F7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86" t="12222" r="22589" b="12698"/>
          <a:stretch>
            <a:fillRect/>
          </a:stretch>
        </p:blipFill>
        <p:spPr>
          <a:xfrm>
            <a:off x="1638300" y="854528"/>
            <a:ext cx="8915400" cy="514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20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EC2291-BB37-90D6-27D3-A5703EC509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9" t="13333" r="23214" b="13333"/>
          <a:stretch>
            <a:fillRect/>
          </a:stretch>
        </p:blipFill>
        <p:spPr>
          <a:xfrm>
            <a:off x="1725386" y="914400"/>
            <a:ext cx="874122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12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471BCF6-98DC-099C-FEEB-556C811214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6" t="13175" r="22946" b="12699"/>
          <a:stretch>
            <a:fillRect/>
          </a:stretch>
        </p:blipFill>
        <p:spPr>
          <a:xfrm>
            <a:off x="1665514" y="887185"/>
            <a:ext cx="8860971" cy="508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66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366AD6-E1C9-E77B-7AEC-9F129A5081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6" t="11905" r="23036" b="12698"/>
          <a:stretch>
            <a:fillRect/>
          </a:stretch>
        </p:blipFill>
        <p:spPr>
          <a:xfrm>
            <a:off x="1660071" y="843643"/>
            <a:ext cx="8871858" cy="517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456914-9D83-4108-4E4F-068C7935E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25" t="13809" r="22143" b="12539"/>
          <a:stretch>
            <a:fillRect/>
          </a:stretch>
        </p:blipFill>
        <p:spPr>
          <a:xfrm>
            <a:off x="1692728" y="903514"/>
            <a:ext cx="8806543" cy="505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93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7EECCA-1530-9B6D-0A0D-8992E348E0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6" t="12380" r="22947" b="13651"/>
          <a:stretch>
            <a:fillRect/>
          </a:stretch>
        </p:blipFill>
        <p:spPr>
          <a:xfrm>
            <a:off x="1654628" y="892628"/>
            <a:ext cx="8882743" cy="507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45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D87E66-3C9E-5B13-E23A-1161A8108E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18" t="12857" r="22411" b="12222"/>
          <a:stretch>
            <a:fillRect/>
          </a:stretch>
        </p:blipFill>
        <p:spPr>
          <a:xfrm>
            <a:off x="1611085" y="859971"/>
            <a:ext cx="8969830" cy="513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58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81A1EFA-76E3-9EB6-174E-AE5BE2CB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6" t="13016" r="22947" b="11428"/>
          <a:stretch>
            <a:fillRect/>
          </a:stretch>
        </p:blipFill>
        <p:spPr>
          <a:xfrm>
            <a:off x="1654628" y="838200"/>
            <a:ext cx="888274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74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E71E57-2BCB-8DFA-4D36-56634A15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7" t="12857" r="23124" b="12381"/>
          <a:stretch>
            <a:fillRect/>
          </a:stretch>
        </p:blipFill>
        <p:spPr>
          <a:xfrm>
            <a:off x="1665514" y="865414"/>
            <a:ext cx="8860972" cy="512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513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3DB107-7AAA-95A5-CF57-2A9CC0F88B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08" t="12857" r="22589" b="13016"/>
          <a:stretch>
            <a:fillRect/>
          </a:stretch>
        </p:blipFill>
        <p:spPr>
          <a:xfrm>
            <a:off x="1627414" y="887186"/>
            <a:ext cx="8937172" cy="508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33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E59EC3-28DA-4BA7-28C7-2B488D976B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9" t="12540" r="22589" b="12698"/>
          <a:stretch>
            <a:fillRect/>
          </a:stretch>
        </p:blipFill>
        <p:spPr>
          <a:xfrm>
            <a:off x="1616528" y="865414"/>
            <a:ext cx="8958944" cy="512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353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D1DC6F-8DB7-B00D-61BD-456F9AB14A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9" t="12857" r="22768" b="12381"/>
          <a:stretch>
            <a:fillRect/>
          </a:stretch>
        </p:blipFill>
        <p:spPr>
          <a:xfrm>
            <a:off x="1627413" y="865414"/>
            <a:ext cx="8937173" cy="512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481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0</Words>
  <Application>Microsoft Office PowerPoint</Application>
  <PresentationFormat>Widescreen</PresentationFormat>
  <Paragraphs>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Nduta, Isaac</dc:creator>
  <cp:lastModifiedBy>Nduta, Isaac</cp:lastModifiedBy>
  <cp:revision>1</cp:revision>
  <dcterms:created xsi:type="dcterms:W3CDTF">2026-01-26T07:36:27Z</dcterms:created>
  <dcterms:modified xsi:type="dcterms:W3CDTF">2026-01-26T09:18:40Z</dcterms:modified>
</cp:coreProperties>
</file>